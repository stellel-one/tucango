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72" r:id="rId4"/>
    <p:sldId id="258" r:id="rId5"/>
    <p:sldId id="273" r:id="rId6"/>
    <p:sldId id="274" r:id="rId7"/>
    <p:sldId id="259" r:id="rId8"/>
    <p:sldId id="260" r:id="rId9"/>
    <p:sldId id="27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7"/>
          <p:cNvSpPr txBox="1">
            <a:spLocks noGrp="1"/>
          </p:cNvSpPr>
          <p:nvPr>
            <p:ph type="title"/>
          </p:nvPr>
        </p:nvSpPr>
        <p:spPr>
          <a:xfrm>
            <a:off x="1277121" y="3843037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24C67FC-61D0-9D1C-6807-EDD1112519EB}"/>
              </a:ext>
            </a:extLst>
          </p:cNvPr>
          <p:cNvSpPr/>
          <p:nvPr userDrawn="1"/>
        </p:nvSpPr>
        <p:spPr>
          <a:xfrm>
            <a:off x="4045008" y="1766132"/>
            <a:ext cx="8124203" cy="17674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9B1B84-9886-A08F-E4E1-B674140DB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6220" t="10766" b="11910"/>
          <a:stretch>
            <a:fillRect/>
          </a:stretch>
        </p:blipFill>
        <p:spPr>
          <a:xfrm>
            <a:off x="10187173" y="1766132"/>
            <a:ext cx="2107379" cy="176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8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EC283-5C92-0F24-5330-262A8DF0BF8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lang="en-US" sz="12800" dirty="0">
                <a:solidFill>
                  <a:schemeClr val="bg1"/>
                </a:solidFill>
                <a:latin typeface="Amasis MT Pro Black" panose="020F0502020204030204" pitchFamily="18" charset="0"/>
              </a:rPr>
              <a:t>Git Y Git Hub</a:t>
            </a:r>
            <a:br>
              <a:rPr lang="en-US" sz="12800" dirty="0">
                <a:solidFill>
                  <a:schemeClr val="bg1"/>
                </a:solidFill>
                <a:latin typeface="Amasis MT Pro Black" panose="020F05020202040302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Amasis MT Pro Black" panose="020F0502020204030204" pitchFamily="18" charset="0"/>
              </a:rPr>
              <a:t>By </a:t>
            </a:r>
            <a:r>
              <a:rPr lang="en-US" sz="3733" dirty="0">
                <a:solidFill>
                  <a:schemeClr val="bg1"/>
                </a:solidFill>
                <a:latin typeface="Amasis MT Pro Black" panose="020F0502020204030204" pitchFamily="18" charset="0"/>
              </a:rPr>
              <a:t>Equipo TucanGo</a:t>
            </a:r>
            <a:endParaRPr lang="es-CO" sz="12800" dirty="0">
              <a:solidFill>
                <a:schemeClr val="bg1"/>
              </a:solidFill>
              <a:latin typeface="Amasis MT Pro Black" panose="020F0502020204030204" pitchFamily="18" charset="0"/>
            </a:endParaRPr>
          </a:p>
        </p:txBody>
      </p:sp>
      <p:pic>
        <p:nvPicPr>
          <p:cNvPr id="4" name="Google Shape;104;p68">
            <a:extLst>
              <a:ext uri="{FF2B5EF4-FFF2-40B4-BE49-F238E27FC236}">
                <a16:creationId xmlns:a16="http://schemas.microsoft.com/office/drawing/2014/main" id="{98606533-5EEB-393C-6FE2-82E0CE9F23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08507" y="2281381"/>
            <a:ext cx="6288523" cy="926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8D0C9ED-7B73-D01A-5879-228D745B2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800" y="228600"/>
            <a:ext cx="3174594" cy="31745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98DE20E-40BD-0CC5-9455-8E810BF8BA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1566" y="6019800"/>
            <a:ext cx="2961062" cy="2674209"/>
          </a:xfrm>
          <a:prstGeom prst="rect">
            <a:avLst/>
          </a:prstGeom>
        </p:spPr>
      </p:pic>
      <p:pic>
        <p:nvPicPr>
          <p:cNvPr id="12" name="Imagen 11" descr="Gemini_Generated_Image_bawbewbawbewbawb.jpg">
            <a:extLst>
              <a:ext uri="{FF2B5EF4-FFF2-40B4-BE49-F238E27FC236}">
                <a16:creationId xmlns:a16="http://schemas.microsoft.com/office/drawing/2014/main" id="{2E9F4E42-52FC-E228-6222-55A023BEF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3800" y="5791200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5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7390-5BF2-F566-4AAB-00E9A9446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El ADN del Software">
            <a:extLst>
              <a:ext uri="{FF2B5EF4-FFF2-40B4-BE49-F238E27FC236}">
                <a16:creationId xmlns:a16="http://schemas.microsoft.com/office/drawing/2014/main" id="{012E3560-2C79-A74F-9035-FD6F804E2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571500"/>
            <a:ext cx="142240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D0C6-5AD0-2B82-D232-F3D98234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C34D46-397F-456E-3578-B7692B74F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304800"/>
            <a:ext cx="14642468" cy="79248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3B6C9BF-BA27-96F5-870E-BEBCDCB3D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7200" y="5961242"/>
            <a:ext cx="3174594" cy="31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6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DA73-4735-36FC-DE48-9A035FC79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6AEC2F3-E689-7C43-BC8C-46B1FC259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28600"/>
            <a:ext cx="14706600" cy="83569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E782AD9-FB59-D4C0-3944-27C44FC509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7200" y="6172200"/>
            <a:ext cx="2961062" cy="267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63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0F83-324D-23AF-14BA-85B3B985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20 Comandos de Git">
            <a:extLst>
              <a:ext uri="{FF2B5EF4-FFF2-40B4-BE49-F238E27FC236}">
                <a16:creationId xmlns:a16="http://schemas.microsoft.com/office/drawing/2014/main" id="{8C04A82D-AFF8-07A2-3E8A-419D43880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42161"/>
            <a:ext cx="12115800" cy="88596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AD56549-F4BF-3BE5-9ED0-D8174C9B6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7200" y="5961242"/>
            <a:ext cx="3174594" cy="31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5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</Words>
  <Application>Microsoft Office PowerPoint</Application>
  <PresentationFormat>Personalizado</PresentationFormat>
  <Paragraphs>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Amasis MT Pro Black</vt:lpstr>
      <vt:lpstr>Arial</vt:lpstr>
      <vt:lpstr>Calibri</vt:lpstr>
      <vt:lpstr>Office Theme</vt:lpstr>
      <vt:lpstr>Git Y Git Hub By Equipo TucanGo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Stellel</dc:creator>
  <cp:lastModifiedBy>Stellel Prime</cp:lastModifiedBy>
  <cp:revision>5</cp:revision>
  <dcterms:created xsi:type="dcterms:W3CDTF">2006-08-16T00:00:00Z</dcterms:created>
  <dcterms:modified xsi:type="dcterms:W3CDTF">2026-10-30T11:04:01Z</dcterms:modified>
</cp:coreProperties>
</file>